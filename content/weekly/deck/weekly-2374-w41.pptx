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L_WEEK_TITLE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2374-W41</a:t>
            </a:r>
          </a:p>
        </p:txBody>
      </p:sp>
      <p:sp>
        <p:nvSpPr>
          <p:cNvPr id="3" name="NL_MODULE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Docking Ring Logistics</a:t>
            </a:r>
          </a:p>
        </p:txBody>
      </p:sp>
      <p:sp>
        <p:nvSpPr>
          <p:cNvPr id="4" name="NL_HIGHLIGHTS"/>
          <p:cNvSpPr txBox="1"/>
          <p:nvPr/>
        </p:nvSpPr>
        <p:spPr>
          <a:xfrm>
            <a:off x="457200" y="2011680"/>
            <a:ext cx="39319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Trimmed the berth handover from six radio confirmations to one written rota line.</a:t>
            </a:r>
          </a:p>
          <a:p>
            <a:r>
              <a:rPr sz="1800"/>
              <a:t>The upper-ring berths ran the whole week on the shared rota board, so no
single controller held the only copy of the schedule at any point.
</a:t>
            </a:r>
          </a:p>
        </p:txBody>
      </p:sp>
      <p:sp>
        <p:nvSpPr>
          <p:cNvPr id="5" name="NL_LOWLIGHTS"/>
          <p:cNvSpPr txBox="1"/>
          <p:nvPr/>
        </p:nvSpPr>
        <p:spPr>
          <a:xfrm>
            <a:off x="4754880" y="2011680"/>
            <a:ext cx="39319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The annex manifest photos went unlabelled again; I said I would fix the folder and did not.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fabricated fixture deck - not a renderer slot</a:t>
            </a:r>
          </a:p>
        </p:txBody>
      </p:sp>
      <p:sp>
        <p:nvSpPr>
          <p:cNvPr id="7" name="NL_DRAFT_WATERMARK"/>
          <p:cNvSpPr txBox="1"/>
          <p:nvPr/>
        </p:nvSpPr>
        <p:spPr>
          <a:xfrm rot="18900000">
            <a:off x="1371600" y="22860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0" b="1">
                <a:solidFill>
                  <a:srgbClr val="D0D0D0"/>
                </a:solidFill>
              </a:rPr>
              <a:t>DRAFT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template (fabricated fixture)</dc:title>
  <dc:subject>Determinism spike fixture</dc:subject>
  <dc:creator>newsletters fixture author</dc:creator>
  <cp:keywords/>
  <dc:description>Fabricated fixture template; regenerate with _author_template.py</dc:description>
  <cp:lastModifiedBy>newsletters fixture author</cp:lastModifiedBy>
  <cp:revision>1</cp:revision>
  <dcterms:created xsi:type="dcterms:W3CDTF">1970-01-01T00:00:00Z</dcterms:created>
  <dcterms:modified xsi:type="dcterms:W3CDTF">1970-01-01T00:00:00Z</dcterms:modified>
  <cp:category>generated-by:newsletters</cp:category>
  <cp:contentStatus>draft</cp:contentStatus>
  <dc:identifier>weekly-2374-w41</dc:identifier>
  <dc:language/>
  <cp:version/>
</cp:coreProperties>
</file>