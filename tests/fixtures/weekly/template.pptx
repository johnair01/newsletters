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L_WEEK_TITLE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NL_WEEK_TITLE</a:t>
            </a:r>
          </a:p>
        </p:txBody>
      </p:sp>
      <p:sp>
        <p:nvSpPr>
          <p:cNvPr id="3" name="NL_MODULE"/>
          <p:cNvSpPr txBox="1"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NL_MODULE</a:t>
            </a:r>
          </a:p>
        </p:txBody>
      </p:sp>
      <p:sp>
        <p:nvSpPr>
          <p:cNvPr id="4" name="NL_HIGHLIGHTS"/>
          <p:cNvSpPr txBox="1"/>
          <p:nvPr/>
        </p:nvSpPr>
        <p:spPr>
          <a:xfrm>
            <a:off x="457200" y="2011680"/>
            <a:ext cx="393192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NL_HIGHLIGHTS</a:t>
            </a:r>
          </a:p>
        </p:txBody>
      </p:sp>
      <p:sp>
        <p:nvSpPr>
          <p:cNvPr id="5" name="NL_LOWLIGHTS"/>
          <p:cNvSpPr txBox="1"/>
          <p:nvPr/>
        </p:nvSpPr>
        <p:spPr>
          <a:xfrm>
            <a:off x="4754880" y="2011680"/>
            <a:ext cx="393192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NL_LOWLIGHTS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457200" y="5486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fabricated fixture deck - not a renderer slot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template (fabricated fixture)</dc:title>
  <dc:subject>Determinism spike fixture</dc:subject>
  <dc:creator>newsletters fixture author</dc:creator>
  <cp:keywords/>
  <dc:description>Fabricated fixture template; regenerate with _author_template.py</dc:description>
  <cp:lastModifiedBy>newsletters fixture author</cp:lastModifiedBy>
  <cp:revision>1</cp:revision>
  <dcterms:created xsi:type="dcterms:W3CDTF">2026-01-01T00:00:00Z</dcterms:created>
  <dcterms:modified xsi:type="dcterms:W3CDTF">2026-01-01T00:00:00Z</dcterms:modified>
  <cp:category/>
  <cp:contentStatus/>
  <dc:identifier/>
  <dc:language/>
  <cp:version/>
</cp:coreProperties>
</file>