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0" y="0"/>
            <a:ext cx="13300" cy="12700"/>
            <a:chOff x="0" y="0"/>
            <a:chExt cx="13300" cy="12700"/>
          </a:xfrm>
        </p:grpSpPr>
        <p:grpSp>
          <p:nvGrpSpPr>
            <p:cNvPr id="4" name="Group 3"/>
            <p:cNvGrpSpPr/>
            <p:nvPr/>
          </p:nvGrpSpPr>
          <p:grpSpPr>
            <a:xfrm>
              <a:off x="0" y="0"/>
              <a:ext cx="500" cy="500"/>
              <a:chOff x="0" y="0"/>
              <a:chExt cx="500" cy="500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500" cy="5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grouped text</a:t>
                </a:r>
              </a:p>
            </p:txBody>
          </p:sp>
        </p:grpSp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" y="0"/>
              <a:ext cx="12700" cy="12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