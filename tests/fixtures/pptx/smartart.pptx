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0"/>
          <a:ext cx="1000" cy="1000"/>
        </p:xfrm>
        <a:graphic>
          <a:graphicData uri="http://schemas.openxmlformats.org/drawingml/2006/diagram"/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