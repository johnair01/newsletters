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0"/>
          <a:ext cx="2000" cy="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"/>
                <a:gridCol w="1000"/>
              </a:tblGrid>
              <a:tr h="10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</a:tr>
              <a:tr h="10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